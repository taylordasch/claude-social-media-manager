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287000"/>
          </a:xfrm>
          <a:prstGeom prst="rect">
            <a:avLst/>
          </a:prstGeom>
          <a:solidFill>
            <a:srgbClr val="1E293B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1067409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spc="399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TEMPLE, TX · MAY 2026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362075"/>
            <a:ext cx="10674096" cy="1755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0" b="1" spc="-97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mistakes out-of-state investors make </a:t>
            </a:r>
            <a:pPr algn="l" indent="0" marL="0">
              <a:lnSpc>
                <a:spcPct val="98000"/>
              </a:lnSpc>
              <a:buNone/>
            </a:pPr>
            <a:r>
              <a:rPr lang="en-US" sz="6900" i="1" spc="-97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Temple, TX.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14400" y="3498652"/>
            <a:ext cx="914400" cy="190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990600" y="4215259"/>
            <a:ext cx="171450" cy="1714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771650" y="3860602"/>
            <a:ext cx="97911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i="1" spc="84" kern="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71650" y="4165402"/>
            <a:ext cx="9791129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76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Trusting the Zillow payment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 rot="2700000">
            <a:off x="990600" y="5438998"/>
            <a:ext cx="171450" cy="1714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771650" y="5084341"/>
            <a:ext cx="97911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i="1" spc="84" kern="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71650" y="5389141"/>
            <a:ext cx="9791129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76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by zip code alone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90600" y="6662738"/>
            <a:ext cx="171450" cy="1714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771650" y="6308080"/>
            <a:ext cx="97911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i="1" spc="84" kern="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771650" y="6612880"/>
            <a:ext cx="9791129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spc="-76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Skipping the foundation walk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14400" y="7307684"/>
            <a:ext cx="2551063" cy="9525"/>
          </a:xfrm>
          <a:prstGeom prst="rect">
            <a:avLst/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7507709"/>
            <a:ext cx="2627595" cy="72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700" b="1" spc="-114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$287,500</a:t>
            </a:r>
            <a:endParaRPr lang="en-US" sz="5700" dirty="0"/>
          </a:p>
        </p:txBody>
      </p:sp>
      <p:sp>
        <p:nvSpPr>
          <p:cNvPr id="17" name="Text 15"/>
          <p:cNvSpPr/>
          <p:nvPr/>
        </p:nvSpPr>
        <p:spPr>
          <a:xfrm>
            <a:off x="914400" y="8271570"/>
            <a:ext cx="262759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spc="18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TEMPLE SALE · APRIL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9172575"/>
            <a:ext cx="609600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296400"/>
            <a:ext cx="106740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spc="24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DASCH · EG REALTY · 254-718-4249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2026-05-26T03:15:58Z</dcterms:created>
  <dcterms:modified xsi:type="dcterms:W3CDTF">2026-05-26T03:15:58Z</dcterms:modified>
</cp:coreProperties>
</file>